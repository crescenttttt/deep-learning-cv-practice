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2"/>
    <p:sldId id="400" r:id="rId3"/>
    <p:sldId id="393" r:id="rId4"/>
    <p:sldId id="392" r:id="rId5"/>
    <p:sldId id="40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 健兵" initials="马" lastIdx="1" clrIdx="0"/>
  <p:cmAuthor id="1141665232" name="汪曼青" initials="汪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1473" autoAdjust="0"/>
  </p:normalViewPr>
  <p:slideViewPr>
    <p:cSldViewPr snapToGrid="0">
      <p:cViewPr varScale="1">
        <p:scale>
          <a:sx n="78" d="100"/>
          <a:sy n="78" d="100"/>
        </p:scale>
        <p:origin x="63" y="450"/>
      </p:cViewPr>
      <p:guideLst/>
    </p:cSldViewPr>
  </p:slideViewPr>
  <p:outlineViewPr>
    <p:cViewPr>
      <p:scale>
        <a:sx n="33" d="100"/>
        <a:sy n="33" d="100"/>
      </p:scale>
      <p:origin x="0" y="-4757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49225" y="775970"/>
            <a:ext cx="11708765" cy="900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231775" y="-114300"/>
            <a:ext cx="10515600" cy="1325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5980" y="15240"/>
            <a:ext cx="1035050" cy="1035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/>
          <p:cNvSpPr/>
          <p:nvPr userDrawn="1"/>
        </p:nvSpPr>
        <p:spPr>
          <a:xfrm>
            <a:off x="775" y="0"/>
            <a:ext cx="12190451" cy="4866468"/>
          </a:xfrm>
          <a:prstGeom prst="rect">
            <a:avLst/>
          </a:prstGeom>
          <a:gradFill flip="none"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20165" y="2129790"/>
            <a:ext cx="9029065" cy="1306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b="1" dirty="0"/>
              <a:t>深度学习在</a:t>
            </a:r>
            <a:r>
              <a:rPr lang="en-US" altLang="zh-CN" sz="4800" b="1" dirty="0"/>
              <a:t>**</a:t>
            </a:r>
            <a:r>
              <a:rPr lang="zh-CN" altLang="en-US" sz="4800" b="1" dirty="0"/>
              <a:t>分类</a:t>
            </a:r>
            <a:r>
              <a:rPr lang="en-US" altLang="zh-CN" sz="4800" b="1" dirty="0"/>
              <a:t>/</a:t>
            </a:r>
            <a:r>
              <a:rPr lang="zh-CN" altLang="en-US" sz="4800" b="1" dirty="0"/>
              <a:t>识别</a:t>
            </a:r>
            <a:r>
              <a:rPr lang="en-US" altLang="zh-CN" sz="4800" b="1" dirty="0"/>
              <a:t>/</a:t>
            </a:r>
            <a:r>
              <a:rPr lang="zh-CN" altLang="en-US" sz="4800" b="1" dirty="0"/>
              <a:t>检测中的应用</a:t>
            </a:r>
          </a:p>
          <a:p>
            <a:pPr algn="ctr"/>
            <a:endParaRPr lang="zh-CN" altLang="en-US" sz="4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595370" y="5433695"/>
            <a:ext cx="50050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小组成员：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</a:p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2025.5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48000" y="38436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每小组汇报时间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5-8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分钟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E778-C2FA-3FA5-9B5E-A65045E0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7BFC242-6BD6-71E1-6398-79611E2A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选题背景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75FE16E-63FC-5D2D-ACAC-E12BD9998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821"/>
            <a:ext cx="10515600" cy="4351338"/>
          </a:xfrm>
        </p:spPr>
        <p:txBody>
          <a:bodyPr/>
          <a:lstStyle/>
          <a:p>
            <a:r>
              <a:rPr lang="en-US" altLang="zh-CN" dirty="0"/>
              <a:t>**</a:t>
            </a:r>
            <a:r>
              <a:rPr lang="zh-CN" altLang="en-US" sz="2800" b="1" dirty="0"/>
              <a:t>分类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识别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检测 是什么，有什么应用场景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实际意义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b="1" dirty="0"/>
              <a:t>有哪些方法</a:t>
            </a:r>
            <a:r>
              <a:rPr lang="en-US" altLang="zh-CN" b="1" dirty="0"/>
              <a:t>/</a:t>
            </a:r>
            <a:r>
              <a:rPr lang="zh-CN" altLang="en-US" b="1" dirty="0"/>
              <a:t>模型可以实现 </a:t>
            </a:r>
            <a:r>
              <a:rPr lang="en-US" altLang="zh-CN" dirty="0"/>
              <a:t>**</a:t>
            </a:r>
            <a:r>
              <a:rPr lang="zh-CN" altLang="en-US" sz="2800" b="1" dirty="0"/>
              <a:t>分类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识别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检测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58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09325" y="171516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3600" dirty="0"/>
              <a:t>文献总结</a:t>
            </a:r>
            <a:r>
              <a:rPr lang="en-US" altLang="zh-CN" sz="3600" dirty="0"/>
              <a:t>(</a:t>
            </a:r>
            <a:r>
              <a:rPr lang="en-US" altLang="zh-CN" sz="3600" dirty="0">
                <a:solidFill>
                  <a:srgbClr val="FF0000"/>
                </a:solidFill>
              </a:rPr>
              <a:t>4</a:t>
            </a:r>
            <a:r>
              <a:rPr lang="zh-CN" altLang="en-US" sz="3600" dirty="0">
                <a:solidFill>
                  <a:srgbClr val="FF0000"/>
                </a:solidFill>
              </a:rPr>
              <a:t>篇</a:t>
            </a:r>
            <a:r>
              <a:rPr lang="en-US" altLang="zh-CN" sz="3600" dirty="0">
                <a:solidFill>
                  <a:srgbClr val="FF0000"/>
                </a:solidFill>
              </a:rPr>
              <a:t>23</a:t>
            </a:r>
            <a:r>
              <a:rPr lang="zh-CN" altLang="en-US" sz="3600" dirty="0">
                <a:solidFill>
                  <a:srgbClr val="FF0000"/>
                </a:solidFill>
              </a:rPr>
              <a:t>年以来的论文</a:t>
            </a:r>
            <a:r>
              <a:rPr lang="en-US" altLang="zh-CN" sz="3600" dirty="0"/>
              <a:t>)</a:t>
            </a:r>
          </a:p>
          <a:p>
            <a:pPr marL="0" indent="0" algn="ctr">
              <a:buNone/>
            </a:pPr>
            <a:r>
              <a:rPr lang="en-US" altLang="zh-CN" sz="3600" dirty="0"/>
              <a:t>1.</a:t>
            </a:r>
            <a:r>
              <a:rPr lang="zh-CN" altLang="en-US" sz="3600" dirty="0"/>
              <a:t>简要分析：</a:t>
            </a:r>
            <a:r>
              <a:rPr lang="en-US" altLang="zh-CN" sz="3600" dirty="0"/>
              <a:t>4</a:t>
            </a:r>
            <a:r>
              <a:rPr lang="zh-CN" altLang="en-US" sz="3600" dirty="0"/>
              <a:t>篇论文做什么问题，主要采用的什么方法</a:t>
            </a:r>
            <a:endParaRPr lang="en-US" altLang="zh-CN" sz="3600" dirty="0"/>
          </a:p>
          <a:p>
            <a:pPr marL="0" indent="0" algn="ctr">
              <a:buNone/>
            </a:pPr>
            <a:r>
              <a:rPr lang="en-US" altLang="zh-CN" sz="3600" dirty="0"/>
              <a:t>2.</a:t>
            </a:r>
            <a:r>
              <a:rPr lang="zh-CN" altLang="en-US" sz="3600" dirty="0"/>
              <a:t>重点分析：选择其中</a:t>
            </a:r>
            <a:r>
              <a:rPr lang="en-US" altLang="zh-CN" sz="3600" dirty="0"/>
              <a:t>1</a:t>
            </a:r>
            <a:r>
              <a:rPr lang="zh-CN" altLang="en-US" sz="3600" dirty="0"/>
              <a:t>篇论文，对模型进行深度分析</a:t>
            </a:r>
            <a:endParaRPr lang="en-US" altLang="zh-CN" sz="3600" dirty="0"/>
          </a:p>
          <a:p>
            <a:pPr marL="0" indent="0" algn="ctr">
              <a:buNone/>
            </a:pPr>
            <a:endParaRPr lang="en-US" altLang="zh-CN" sz="3600" dirty="0"/>
          </a:p>
          <a:p>
            <a:pPr marL="0" indent="0" algn="ctr">
              <a:buNone/>
            </a:pPr>
            <a:endParaRPr lang="en-US" altLang="zh-CN" sz="3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国内外研究现状（</a:t>
            </a:r>
            <a:r>
              <a:rPr lang="zh-CN" altLang="en-US" dirty="0">
                <a:solidFill>
                  <a:srgbClr val="FF0000"/>
                </a:solidFill>
              </a:rPr>
              <a:t>文献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8200" y="1334135"/>
            <a:ext cx="10515600" cy="4351338"/>
          </a:xfrm>
        </p:spPr>
        <p:txBody>
          <a:bodyPr/>
          <a:lstStyle/>
          <a:p>
            <a:r>
              <a:rPr lang="zh-CN" altLang="en-US" dirty="0"/>
              <a:t>根据阅读的文献，总结文献中模型的关键技术和结果，包括：</a:t>
            </a:r>
          </a:p>
          <a:p>
            <a:endParaRPr lang="zh-CN" altLang="en-US" dirty="0"/>
          </a:p>
          <a:p>
            <a:pPr lvl="1"/>
            <a:r>
              <a:rPr lang="en-US" altLang="zh-CN" dirty="0"/>
              <a:t>- *</a:t>
            </a:r>
            <a:r>
              <a:rPr lang="zh-CN" altLang="en-US" dirty="0"/>
              <a:t>模型框架</a:t>
            </a:r>
            <a:r>
              <a:rPr lang="en-US" altLang="zh-CN" dirty="0"/>
              <a:t>*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重点</a:t>
            </a:r>
            <a:r>
              <a:rPr lang="zh-CN" altLang="en-US" dirty="0"/>
              <a:t>）</a:t>
            </a:r>
          </a:p>
          <a:p>
            <a:pPr lvl="1"/>
            <a:r>
              <a:rPr lang="en-US" altLang="zh-CN" dirty="0">
                <a:sym typeface="+mn-ea"/>
              </a:rPr>
              <a:t>- </a:t>
            </a:r>
            <a:r>
              <a:rPr lang="zh-CN" altLang="en-US" dirty="0">
                <a:sym typeface="+mn-ea"/>
              </a:rPr>
              <a:t>数据集划分方法</a:t>
            </a:r>
            <a:endParaRPr lang="zh-CN" altLang="en-US" dirty="0"/>
          </a:p>
          <a:p>
            <a:pPr lvl="1"/>
            <a:r>
              <a:rPr lang="en-US" altLang="zh-CN" dirty="0"/>
              <a:t>- </a:t>
            </a:r>
            <a:r>
              <a:rPr lang="zh-CN" altLang="en-US" dirty="0"/>
              <a:t>参数设置</a:t>
            </a:r>
          </a:p>
          <a:p>
            <a:pPr lvl="1"/>
            <a:r>
              <a:rPr lang="en-US" altLang="zh-CN" dirty="0"/>
              <a:t>- </a:t>
            </a:r>
            <a:r>
              <a:rPr lang="zh-CN" altLang="en-US" dirty="0"/>
              <a:t>训练过程</a:t>
            </a:r>
          </a:p>
          <a:p>
            <a:pPr lvl="1"/>
            <a:r>
              <a:rPr lang="en-US" altLang="zh-CN" dirty="0"/>
              <a:t>- </a:t>
            </a:r>
            <a:r>
              <a:rPr lang="zh-CN" altLang="en-US" dirty="0"/>
              <a:t>模型评价指标</a:t>
            </a:r>
          </a:p>
          <a:p>
            <a:pPr lvl="1"/>
            <a:r>
              <a:rPr lang="en-US" altLang="zh-CN" dirty="0"/>
              <a:t>- </a:t>
            </a:r>
            <a:r>
              <a:rPr lang="zh-CN" altLang="en-US" dirty="0"/>
              <a:t>模型有效性分析（消融实验）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深度分析模型</a:t>
            </a:r>
            <a:r>
              <a:rPr lang="en-US" altLang="zh-CN" dirty="0"/>
              <a:t>1</a:t>
            </a:r>
            <a:r>
              <a:rPr lang="zh-CN" altLang="en-US" dirty="0"/>
              <a:t>篇</a:t>
            </a:r>
            <a:r>
              <a:rPr lang="zh-CN" altLang="en-US" sz="2800" dirty="0">
                <a:solidFill>
                  <a:srgbClr val="FF0000"/>
                </a:solidFill>
              </a:rPr>
              <a:t>（可一组不同同学来讲解）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8568944-EC5B-9F21-407C-E12D3BABB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0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二选一：</a:t>
            </a:r>
            <a:endParaRPr lang="en-US" altLang="zh-CN" dirty="0"/>
          </a:p>
          <a:p>
            <a:r>
              <a:rPr lang="zh-CN" altLang="en-US" dirty="0"/>
              <a:t>从阅读的文献中选择一个模型进行复现？</a:t>
            </a:r>
            <a:endParaRPr lang="en-US" altLang="zh-CN" dirty="0"/>
          </a:p>
          <a:p>
            <a:r>
              <a:rPr lang="zh-CN" altLang="en-US" dirty="0"/>
              <a:t>自己搭建</a:t>
            </a:r>
            <a:r>
              <a:rPr lang="en-US" altLang="zh-CN" dirty="0"/>
              <a:t>/</a:t>
            </a:r>
            <a:r>
              <a:rPr lang="zh-CN" altLang="en-US" dirty="0"/>
              <a:t>设计一个模型，与经典模型进行对比？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5E6701C-1301-5570-AA41-4096269B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拟采用模型</a:t>
            </a:r>
          </a:p>
        </p:txBody>
      </p:sp>
    </p:spTree>
    <p:extLst>
      <p:ext uri="{BB962C8B-B14F-4D97-AF65-F5344CB8AC3E}">
        <p14:creationId xmlns:p14="http://schemas.microsoft.com/office/powerpoint/2010/main" val="122097106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198</Words>
  <Application>Microsoft Office PowerPoint</Application>
  <PresentationFormat>宽屏</PresentationFormat>
  <Paragraphs>25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微软雅黑</vt:lpstr>
      <vt:lpstr>Arial</vt:lpstr>
      <vt:lpstr>Calibri</vt:lpstr>
      <vt:lpstr>WPS</vt:lpstr>
      <vt:lpstr>PowerPoint 演示文稿</vt:lpstr>
      <vt:lpstr>选题背景</vt:lpstr>
      <vt:lpstr>国内外研究现状（文献）</vt:lpstr>
      <vt:lpstr>深度分析模型1篇（可一组不同同学来讲解）</vt:lpstr>
      <vt:lpstr>拟采用模型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wmq</dc:creator>
  <cp:lastModifiedBy>manqing wang</cp:lastModifiedBy>
  <cp:revision>322</cp:revision>
  <dcterms:created xsi:type="dcterms:W3CDTF">2023-08-09T12:44:00Z</dcterms:created>
  <dcterms:modified xsi:type="dcterms:W3CDTF">2026-05-12T12:22:06Z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4B93102FDBFD47A09BEACE2AAEEEE0E8_13</vt:lpwstr>
  </property>
  <property fmtid="{D5CDD505-2E9C-101B-9397-08002B2CF9AE}" pid="3" name="KSOProductBuildVer">
    <vt:lpwstr>2052-12.1.0.20305</vt:lpwstr>
  </property>
</Properties>
</file>